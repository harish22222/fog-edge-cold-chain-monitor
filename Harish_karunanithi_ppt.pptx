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Smart Cold-Chain Monitoring System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/>
              <a:t>                                             </a:t>
            </a:r>
            <a:endParaRPr 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endParaRPr 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/>
              <a:t>                                     </a:t>
            </a:r>
            <a:br>
              <a:rPr lang="en-US"/>
            </a:br>
            <a:r>
              <a:rPr lang="en-US"/>
              <a:t>                                          </a:t>
            </a:r>
            <a:r>
              <a:rPr b="1">
                <a:solidFill>
                  <a:srgbClr val="FFFFFF"/>
                </a:solidFill>
                <a:sym typeface="+mn-ea"/>
              </a:rPr>
              <a:t>Harish Karunanithi</a:t>
            </a:r>
            <a:br>
              <a:rPr b="1">
                <a:solidFill>
                  <a:srgbClr val="FFFFFF"/>
                </a:solidFill>
                <a:sym typeface="+mn-ea"/>
              </a:rPr>
            </a:br>
            <a:br>
              <a:rPr b="1">
                <a:solidFill>
                  <a:srgbClr val="FFFFFF"/>
                </a:solidFill>
                <a:sym typeface="+mn-ea"/>
              </a:rPr>
            </a:br>
            <a:r>
              <a:rPr lang="en-US" b="1">
                <a:solidFill>
                  <a:srgbClr val="FFFFFF"/>
                </a:solidFill>
                <a:sym typeface="+mn-ea"/>
              </a:rPr>
              <a:t>                                                   </a:t>
            </a:r>
            <a:r>
              <a:rPr lang="en-US" altLang="en-US" b="1">
                <a:solidFill>
                  <a:srgbClr val="FFFFFF"/>
                </a:solidFill>
                <a:sym typeface="+mn-ea"/>
              </a:rPr>
              <a:t>24235423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Problem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rPr lang="en-US" altLang="en-US"/>
              <a:t>Perishable goods need constant monitoring  </a:t>
            </a:r>
            <a:endParaRPr lang="en-US" altLang="en-US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lang="en-US" altLang="en-US"/>
              <a:t>Delay in cloud-only systems  </a:t>
            </a:r>
            <a:endParaRPr lang="en-US" altLang="en-US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lang="en-US" altLang="en-US"/>
              <a:t>Late alerts can cause spoilage 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Solution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Use Fog + Cloud architecture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Process data near source (Fog)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Cloud used for storage and dashboard 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Architecture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rPr sz="1800"/>
              <a:t>Sensors → Fog Node → </a:t>
            </a:r>
            <a:r>
              <a:rPr sz="1800">
                <a:sym typeface="+mn-ea"/>
              </a:rPr>
              <a:t>Backend API</a:t>
            </a:r>
            <a:r>
              <a:rPr lang="en-US" sz="1800">
                <a:sym typeface="+mn-ea"/>
              </a:rPr>
              <a:t> </a:t>
            </a:r>
            <a:r>
              <a:rPr lang="en-US" sz="1800"/>
              <a:t> </a:t>
            </a:r>
            <a:r>
              <a:rPr sz="1800"/>
              <a:t>→  </a:t>
            </a:r>
            <a:r>
              <a:rPr sz="1800">
                <a:sym typeface="+mn-ea"/>
              </a:rPr>
              <a:t>AWS SQS</a:t>
            </a:r>
            <a:r>
              <a:rPr sz="1800"/>
              <a:t>→ Database → Dashboard</a:t>
            </a:r>
            <a:br/>
            <a:b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" y="2357120"/>
            <a:ext cx="8081010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Data Flow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1. Sensors generate data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2. Fog node processes data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3. Alerts generated locally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4. Data sent to AWS SQS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5. Backend stores data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6. Dashboard displays results  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Technologies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Python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Flask (Backend API)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AWS SQS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SQLite Database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Streamlit Dashboard  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Highlights &amp; Challenges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Highlights: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Real-time alert generation using Fog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Reduced latency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Reliable communication using SQS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Challenges: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Connecting all components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Debugging data flow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Delay in dashboard updates 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Conclusion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Results: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System works continuously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Alerts generated correctly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Data displayed successfully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Conclusion: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Efficient real-time monitoring system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Combines Fog + Cloud advantages  </a:t>
            </a:r>
            <a:endParaRPr lang="en-US" altLang="en-US"/>
          </a:p>
          <a:p>
            <a:pPr marL="0" indent="0">
              <a:buNone/>
              <a:defRPr sz="2200">
                <a:solidFill>
                  <a:srgbClr val="E6E6E6"/>
                </a:solidFill>
              </a:defRPr>
            </a:pPr>
            <a:r>
              <a:rPr lang="en-US" altLang="en-US"/>
              <a:t>• Suitable for real-world applications  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WPS Presentation</Application>
  <PresentationFormat>On-screen Show (4:3)</PresentationFormat>
  <Paragraphs>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Smart Cold-Chain Monitoring System</vt:lpstr>
      <vt:lpstr>Problem</vt:lpstr>
      <vt:lpstr>Solution</vt:lpstr>
      <vt:lpstr>Architecture</vt:lpstr>
      <vt:lpstr>Data Flow</vt:lpstr>
      <vt:lpstr>Technologies</vt:lpstr>
      <vt:lpstr>Highlights &amp; Challenges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harish spallers</cp:lastModifiedBy>
  <cp:revision>14</cp:revision>
  <dcterms:created xsi:type="dcterms:W3CDTF">2013-01-27T09:14:00Z</dcterms:created>
  <dcterms:modified xsi:type="dcterms:W3CDTF">2026-04-17T15:07:42Z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1327205FA583430490CD16D905BC3979_12</vt:lpwstr>
  </property>
  <property fmtid="{D5CDD505-2E9C-101B-9397-08002B2CF9AE}" pid="3" name="KSOProductBuildVer">
    <vt:lpwstr>1033-12.2.0.23155</vt:lpwstr>
  </property>
</Properties>
</file>